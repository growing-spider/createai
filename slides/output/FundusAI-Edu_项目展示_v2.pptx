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68" y="5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2213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 l="-198000" r="-19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200400" cy="320040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1828800" cy="182880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731520" y="548640"/>
            <a:ext cx="1188720" cy="118872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1005840" y="822960"/>
            <a:ext cx="640080" cy="64008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2286000" y="45720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FundusAI-Edu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2286000" y="182880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眼底图像AI教学与科研辅助平台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286000" y="2651760"/>
            <a:ext cx="2286000" cy="45720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2286000" y="29260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让医学AI触手可及 — </a:t>
            </a:r>
            <a:r>
              <a:rPr lang="en-US" sz="1600" dirty="0" err="1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从图像分析到科研全流程智能化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2026年6月  |  项目开发案例展示</a:t>
            </a:r>
            <a:endParaRPr lang="en-US" sz="13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0CFF3A2A-38B8-17A1-FA27-43461003339C}"/>
              </a:ext>
            </a:extLst>
          </p:cNvPr>
          <p:cNvSpPr/>
          <p:nvPr/>
        </p:nvSpPr>
        <p:spPr>
          <a:xfrm>
            <a:off x="2966225" y="3619686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zh-CN" altLang="en-US" sz="16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</a:rPr>
              <a:t>开发人：周典</a:t>
            </a:r>
            <a:endParaRPr lang="en-US" altLang="zh-CN" sz="1600" dirty="0">
              <a:solidFill>
                <a:srgbClr val="8ECAE6"/>
              </a:solidFill>
              <a:latin typeface="Microsoft YaHei" pitchFamily="34" charset="0"/>
              <a:ea typeface="Microsoft YaHei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457200" y="27432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案例概述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应用场景与核心问题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931920" cy="2926080"/>
          </a:xfrm>
          <a:prstGeom prst="rect">
            <a:avLst/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医学教学   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课堂上演示血管分割与拓扑分析，抽象概念可视化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科研起步   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1168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学生快速生成选题、实验方案，降低科研门槛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论文写作   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11680" y="3429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辅助构建框架、润色章节、推荐参考文献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自主学习  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4023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知识库问答 + 学习行为画像，个性化学习路径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645920"/>
            <a:ext cx="3931920" cy="2926080"/>
          </a:xfrm>
          <a:prstGeom prst="rect">
            <a:avLst/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937760" y="17373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70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解决的核心问题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394960" y="22860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眼底图像分析工具门槛高，学生难以独立完成实验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9260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29260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科研选题缺乏指导，本科生不知道如何切入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94960" y="35661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血管拓扑特征计算复杂，手工提取耗时且易错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42062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42062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论文写作流程不清晰，效率低下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实现功能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828800" cy="54864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六大功能模块 · 从图像分析到科研全流程覆盖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眼底图像智能分析 — 血管分割与病变识别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2468880"/>
          </a:xfrm>
          <a:prstGeom prst="roundRect">
            <a:avLst/>
          </a:prstGeom>
          <a:solidFill>
            <a:srgbClr val="F8FCFE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54864"/>
          </a:xfrm>
          <a:prstGeom prst="rect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上传图像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JPG/PNG/BMP/TIFF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 7 种常见格式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自动校验图片完整性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实时预览 + 元数据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2468880"/>
          </a:xfrm>
          <a:prstGeom prst="roundRect">
            <a:avLst/>
          </a:prstGeom>
          <a:solidFill>
            <a:srgbClr val="F8FCFE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54864"/>
          </a:xfrm>
          <a:prstGeom prst="rect">
            <a:avLst/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3429000" y="13258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AI 分析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29000" y="182880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多尺度黑帽变换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Frangi 血管增强滤波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Otsu 自适应阈值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Morphology 后处理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2468880"/>
          </a:xfrm>
          <a:prstGeom prst="roundRect">
            <a:avLst/>
          </a:prstGeom>
          <a:solidFill>
            <a:srgbClr val="F8FCFE"/>
          </a:solidFill>
          <a:ln/>
          <a:effectLst>
            <a:outerShdw blurRad="762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51760" cy="54864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263640" y="13258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结果呈现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182880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血管分割掩码（绿标）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血管叠加图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 四级分级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六维拓扑特征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EF3E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0080" y="38862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演示模式：无需 GPU 或预训练权重，Frangi 滤波器自动切换，平台完全可用。加载 U-Net 权重后精度更高。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眼底图像分析 — 操作界面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图像上传与预览</a:t>
            </a:r>
            <a:endParaRPr lang="en-US" sz="1100" dirty="0"/>
          </a:p>
        </p:txBody>
      </p:sp>
      <p:pic>
        <p:nvPicPr>
          <p:cNvPr id="6" name="Image 0" descr="F:\demo\slides\imgs\ui_01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70432"/>
            <a:ext cx="39319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475488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病变识别与DR分级</a:t>
            </a:r>
            <a:endParaRPr lang="en-US" sz="1100" dirty="0"/>
          </a:p>
        </p:txBody>
      </p:sp>
      <p:pic>
        <p:nvPicPr>
          <p:cNvPr id="9" name="Image 1" descr="F:\demo\slides\imgs\ui_02_le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170432"/>
            <a:ext cx="3931920" cy="3474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血管拓扑分析 &amp; AI 智能问答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365760"/>
          </a:xfrm>
          <a:prstGeom prst="rect">
            <a:avLst/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血管拓扑特征分析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血管密度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密度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反映视网膜血管覆盖率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47088" y="15544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1892808" y="16002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分叉点数量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92808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92808" y="2240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血管网络复杂度指标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191256" y="155448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236976" y="16002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终末点数量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36976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36976" y="2240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血管末梢生长状况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83464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平均血管宽度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像素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辅助诊断依据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47088" y="283464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1892808" y="2880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血管迂曲度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92808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比值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92808" y="3520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弯曲度异常提示病变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91256" y="283464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236976" y="2880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分形维数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36976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236976" y="3520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血管空间填充效率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46320" y="1051560"/>
            <a:ext cx="3840480" cy="365760"/>
          </a:xfrm>
          <a:prstGeom prst="rect">
            <a:avLst/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4846320" y="10515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科研导师 (RAG 问答)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46320" y="155448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F8FCF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5029200" y="1691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0" y="19659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ChromaDB 向量数据库存储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眼底医学知识文档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0" y="2441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0" y="271576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大模型 + 检索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上下文增强回答质量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0" y="319125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离线兜底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029200" y="346557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API Key 时自动切换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关键词搜索，功能不中断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0" y="394106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文档扩充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29200" y="4215384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 PDF/TXT/DOCX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一键重建知识库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血管拓扑分析 — 操作界面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70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六维特征 + 雷达图</a:t>
            </a:r>
            <a:endParaRPr lang="en-US" sz="1100" dirty="0"/>
          </a:p>
        </p:txBody>
      </p:sp>
      <p:pic>
        <p:nvPicPr>
          <p:cNvPr id="6" name="Image 0" descr="F:\demo\slides\imgs\ui_03_top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70432"/>
            <a:ext cx="39319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475488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70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骨架可视化三连图</a:t>
            </a:r>
            <a:endParaRPr lang="en-US" sz="1100" dirty="0"/>
          </a:p>
        </p:txBody>
      </p:sp>
      <p:pic>
        <p:nvPicPr>
          <p:cNvPr id="9" name="Image 1" descr="F:\demo\slides\imgs\ui_04_top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170432"/>
            <a:ext cx="3931920" cy="3474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科研工具链 — 选题 · 写作 · 学习分析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3474720"/>
          </a:xfrm>
          <a:prstGeom prst="roundRect">
            <a:avLst/>
          </a:prstGeom>
          <a:solidFill>
            <a:srgbClr val="F8FCFE"/>
          </a:solidFill>
          <a:ln/>
          <a:effectLst>
            <a:outerShdw blurRad="508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280160" y="1188720"/>
            <a:ext cx="1005840" cy="1005840"/>
          </a:xfrm>
          <a:prstGeom prst="ellipse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128016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科研选题生成器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1. 适配 4 个学术层次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1729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2. AI 推荐 1-5 个选题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55701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3. 自动生成研究方案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941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4. 实验设计模板输出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3474720"/>
          </a:xfrm>
          <a:prstGeom prst="roundRect">
            <a:avLst/>
          </a:prstGeom>
          <a:solidFill>
            <a:srgbClr val="F8FCFE"/>
          </a:solidFill>
          <a:ln/>
          <a:effectLst>
            <a:outerShdw blurRad="508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114800" y="1188720"/>
            <a:ext cx="1005840" cy="100584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11480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83280" y="23317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论文写作辅助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1. 9 种论文章节类型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31729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2. 中英双语支持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4720" y="355701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3. 框架搭建 + 润色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4720" y="3941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4. 参考文献 / 期刊推荐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051560"/>
            <a:ext cx="2651760" cy="3474720"/>
          </a:xfrm>
          <a:prstGeom prst="roundRect">
            <a:avLst/>
          </a:prstGeom>
          <a:solidFill>
            <a:srgbClr val="F8FCFE"/>
          </a:solidFill>
          <a:ln/>
          <a:effectLst>
            <a:outerShdw blurRad="508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6949440" y="1188720"/>
            <a:ext cx="1005840" cy="100584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94944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17920" y="23317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学习分析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27889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1. SQLite 行为记录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31729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2. 操作频次统计分析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355701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3. 学习时长趋势图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3941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4. 个人学习画像报告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科研选题 &amp; 侧边栏配置 — 操作界面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科研选题生成器</a:t>
            </a:r>
            <a:endParaRPr lang="en-US" sz="1100" dirty="0"/>
          </a:p>
        </p:txBody>
      </p:sp>
      <p:pic>
        <p:nvPicPr>
          <p:cNvPr id="6" name="Image 0" descr="F:\demo\slides\imgs\ui_07_t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70432"/>
            <a:ext cx="39319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82296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4754880" y="82296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9E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侧边栏 API 配置 + 知识库管理</a:t>
            </a:r>
            <a:endParaRPr lang="en-US" sz="1100" dirty="0"/>
          </a:p>
        </p:txBody>
      </p:sp>
      <p:pic>
        <p:nvPicPr>
          <p:cNvPr id="9" name="Image 1" descr="F:\demo\slides\imgs\ui_05_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170432"/>
            <a:ext cx="3931920" cy="3474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学习分析 — 个人画像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931920"/>
          </a:xfrm>
          <a:prstGeom prst="roundRect">
            <a:avLst>
              <a:gd name="adj" fmla="val 1860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F:\demo\slides\imgs\ui_06_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960120"/>
            <a:ext cx="795528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技术架构与数据处理管线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011680" y="109728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210312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+ pywebview + Custom CSS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182880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103120" y="1828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 Python 模块 (4080 行代码)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11680" y="256032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2103120" y="25603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PyTorch U-Net + DeepSeek LLM + ChromaDB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6F5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11680" y="329184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2103120" y="32918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知识库文件 + 眼底图像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1005840"/>
            <a:ext cx="3840480" cy="365760"/>
          </a:xfrm>
          <a:prstGeom prst="roundRect">
            <a:avLst/>
          </a:prstGeom>
          <a:solidFill>
            <a:srgbClr val="02304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02920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血管分割算法管线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20640" y="1600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图像输入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灰度化 + 缩放到 512x512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760720" y="1892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20640" y="2148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CLAHE增强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0" y="2148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局部对比度增强 + 反转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60720" y="24414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多尺度滤波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0" y="2697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BlackHat(7/15/31) + Frangi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60720" y="2990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20640" y="3246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自适应阈值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百分位阈值 + 形态学清理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3538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0640" y="3794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骨架提取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3794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 骨架化 + 拓扑分析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0F8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45720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8016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10312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2608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scikit-image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9496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1792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04088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863840" y="4114800"/>
            <a:ext cx="822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9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pywebview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19EB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应用成效与影响力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功能模块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覆盖图像分析到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科研全流程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118872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606040" y="12344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4000+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97480" y="19659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行代码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结构清晰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可维护可扩展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754880" y="12344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学术层次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高职高专/本科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硕士/博士全覆盖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118872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903720" y="12344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995160" y="19659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95160" y="23317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成熟技术栈</a:t>
            </a:r>
            <a:endParaRPr lang="en-US" sz="1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0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开箱即用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0A2E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731520" y="3383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70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项目价值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3749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教学创新：将抽象的理论知识转化为可视化交互体验，提升学习效果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04164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科研赋能：AI 辅助选题到论文全流程，降低科研启动门槛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433425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技术普惠：CPU 即可运行，无需 GPU，支持 Windows 桌面和浏览器双模式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30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6400800" y="-1371600"/>
            <a:ext cx="3657600" cy="3657600"/>
          </a:xfrm>
          <a:prstGeom prst="ellipse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0" y="1371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657600" y="2560320"/>
            <a:ext cx="1828800" cy="54864"/>
          </a:xfrm>
          <a:prstGeom prst="rect">
            <a:avLst/>
          </a:prstGeom>
          <a:solidFill>
            <a:srgbClr val="FFB703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0" y="28346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6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FundusAI-Edu — 眼底图像AI教学与科研辅助平台</a:t>
            </a:r>
            <a:endParaRPr lang="en-US" sz="16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600" dirty="0">
                <a:solidFill>
                  <a:srgbClr val="8ECA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让医学AI触手可及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75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2026年6月  |  FundusAI-Edu v1.0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455</Words>
  <Application>Microsoft Office PowerPoint</Application>
  <PresentationFormat>全屏显示(16:9)</PresentationFormat>
  <Paragraphs>190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FundusAI-Edu 项目展示（含UI截图）</dc:title>
  <dc:subject>PptxGenJS Presentation</dc:subject>
  <dc:creator>FundusAI-Edu Team</dc:creator>
  <cp:lastModifiedBy>周典</cp:lastModifiedBy>
  <cp:revision>2</cp:revision>
  <dcterms:created xsi:type="dcterms:W3CDTF">2026-06-07T14:25:54Z</dcterms:created>
  <dcterms:modified xsi:type="dcterms:W3CDTF">2026-06-07T15:14:34Z</dcterms:modified>
</cp:coreProperties>
</file>