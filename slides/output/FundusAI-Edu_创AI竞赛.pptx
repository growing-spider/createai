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26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498080" y="2560320"/>
            <a:ext cx="3200400" cy="320040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31520" y="365760"/>
            <a:ext cx="1828800" cy="27432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31520" y="640080"/>
            <a:ext cx="2926080" cy="3200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640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创AI案例征集 · 智能信息系统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FundusAI-Edu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眼底图像 AI 教学与科研辅助平台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6F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第一部分：案例概述 · 应用场景与核心问题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  |  申报学段: 高等教育  |  案例类别: 智能信息系统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案例概述 · 应用场景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医学AI教学中的三大痛点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传统教学中，学生难以接触真实的AI分析工具，理论与实践严重脱节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51760" cy="2651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5176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工具门槛高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GPU服务器昂贵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深度学习框架配置复杂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学生难以独立完成实验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2651760" cy="2651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291840" y="1828800"/>
            <a:ext cx="265176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7472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理论脱离实践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7472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以PPT讲授为主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缺少动手操作机会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无法直观感受AI效果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2651760" cy="2651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126480" y="1828800"/>
            <a:ext cx="265176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30936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0936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科研流程断裂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936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从选题到论文写作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缺乏系统化工具支撑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效率低下且方向迷茫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应用场景: 医学教学课堂演示  ·  学生自主实验  ·  科研起步训练  ·  论文写作辅助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案例概述 · 解决问题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借助AI跨越技术鸿沟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对标评分标准: 有效解决问题(40分) + 操作简单易用(40分)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73152" cy="640080"/>
          </a:xfrm>
          <a:prstGeom prst="rect">
            <a:avLst/>
          </a:prstGeom>
          <a:solidFill>
            <a:srgbClr val="AA33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工具门槛高,配置复杂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8288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23360" y="18288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Web浏览器即用,一键启动,无需Python环境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73152" cy="640080"/>
          </a:xfrm>
          <a:prstGeom prst="rect">
            <a:avLst/>
          </a:prstGeom>
          <a:solidFill>
            <a:srgbClr val="AA33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31520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理论讲授为主,缺乏动手实践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6060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0" y="26060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上传眼底图像即可完成AI分析全流程实验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73152" cy="640080"/>
          </a:xfrm>
          <a:prstGeom prst="rect">
            <a:avLst/>
          </a:prstGeom>
          <a:solidFill>
            <a:srgbClr val="AA33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科研选题无从下手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338328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23360" y="33832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AI智能推荐个性化选题+研究方案+论文辅助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73152" cy="640080"/>
          </a:xfrm>
          <a:prstGeom prst="rect">
            <a:avLst/>
          </a:prstGeom>
          <a:solidFill>
            <a:srgbClr val="AA33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31520" y="4160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学习效果难以量化评估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66160" y="41605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023360" y="4160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自动追踪学习行为,生成六维学习画像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0080" y="470916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核心理念: 让每一个医学师生都能亲手操作AI -- 从图像分析到科研全流程智能化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案例概述 · 平台总览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六大功能模块,覆盖医学科研全流程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集成深度学习,图论分析,大语言模型等能力的眼底图像AI教学平台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51760" cy="1508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73152" cy="150876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1874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眼底图像智能分析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U-Net血管分割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病变识别与可视化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783080"/>
            <a:ext cx="2651760" cy="1508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291840" y="1783080"/>
            <a:ext cx="73152" cy="150876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52044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14800" y="1874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血管拓扑特征分析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23317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六维特征提取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雷达图+临床解读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2651760" cy="1508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126480" y="1783080"/>
            <a:ext cx="73152" cy="150876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35508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49440" y="1874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AI科研导师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23317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RAG医学知识问答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多轮对话专业指导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2651760" cy="1508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73152" cy="150876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85800" y="3566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8016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科研选题生成器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40233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AI推荐个性化选题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研究方案+实验报告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3474720"/>
            <a:ext cx="2651760" cy="1508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3291840" y="3474720"/>
            <a:ext cx="73152" cy="150876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520440" y="3566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11480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论文写作辅助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20440" y="40233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框架生成+章节写作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润色+期刊推荐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3474720"/>
            <a:ext cx="2651760" cy="1508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126480" y="3474720"/>
            <a:ext cx="73152" cy="150876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355080" y="3566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94944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学习分析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55080" y="40233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行为追踪与可视化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个人学习画像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40080" y="470916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案例概述</a:t>
            </a:r>
            <a:r>
              <a:rPr lang="en-US" sz="11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&gt;&gt;&gt;  </a:t>
            </a:r>
            <a:r>
              <a:rPr lang="en-US" sz="1100" b="1" dirty="0" err="1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实现功能</a:t>
            </a:r>
            <a:r>
              <a:rPr lang="en-US" sz="11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&gt;&gt;&gt;  </a:t>
            </a:r>
            <a:r>
              <a:rPr lang="en-US" sz="1100" b="1" dirty="0" err="1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应用情况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74252004-CAB5-355C-FA8F-F326EEF18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13" y="809001"/>
            <a:ext cx="8321727" cy="38226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实现功能 · 核心功能演示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眼底图像智能分析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上传眼底照片,AI自动完成血管分割,病变识别与拓扑特征提取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51760" cy="9144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4864" cy="9144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764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🩸 血管分割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U-Net深度学习+多尺度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Frangi增强,精准提取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737360"/>
            <a:ext cx="2651760" cy="9144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291840" y="1737360"/>
            <a:ext cx="54864" cy="9144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474720" y="1764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🔎 病变识别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0848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HSV色彩空间规则引擎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DR四等级自动分级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51760" cy="9144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54864" cy="9144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309360" y="1764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拓扑分析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0848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六维特征:密度/分叉/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迂曲度/分形维数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5120640" cy="20116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0" descr="imgs/ui_01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80360"/>
            <a:ext cx="5029200" cy="19202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4846320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支持JPG/PNG/BMP/TIFF, 左侧上传&gt;&gt;右侧三标签结果切换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760720" y="2834640"/>
            <a:ext cx="2926080" cy="201168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应用流程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94360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上传眼底图像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3600" y="36758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点击[开始分析]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43600" y="405993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查看血管分割掩码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943600" y="44439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查看DR分级结果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943600" y="4828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查看六维拓扑特征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实现功能 · 分析结果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DR分级 + 六维拓扑特征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分析完成后,系统自动生成三标签结果: 血管分割 | 病变识别 | 拓扑特征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023360" cy="2560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病变识别结果</a:t>
            </a:r>
            <a:endParaRPr lang="en-US" sz="1400" dirty="0"/>
          </a:p>
        </p:txBody>
      </p:sp>
      <p:pic>
        <p:nvPicPr>
          <p:cNvPr id="9" name="Image 0" descr="imgs/ui_02_le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40"/>
            <a:ext cx="3931920" cy="2103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63440" y="1737360"/>
            <a:ext cx="4023360" cy="2560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475488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六维拓扑特征</a:t>
            </a:r>
            <a:endParaRPr lang="en-US" sz="1400" dirty="0"/>
          </a:p>
        </p:txBody>
      </p:sp>
      <p:pic>
        <p:nvPicPr>
          <p:cNvPr id="12" name="Image 1" descr="imgs/ui_04_top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148840"/>
            <a:ext cx="3931920" cy="21031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43434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Severe DR分级+出血/渗出风险量化评估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663440" y="43434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密度/分叉点/宽度/迂曲度/分形维数+临床参考范围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640080" y="461772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每个特征均附有正常参考范围,辅助医学教学中的定量分析与病理理解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实现功能 · AI科研辅助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从知识问答到选题论文,AI全链路赋能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基于DeepSeek大语言模型+ChromaDB向量知识库,提供RAG增强的科研智能服务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743200" cy="2743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imgs/ui_07_top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0512"/>
            <a:ext cx="2651760" cy="1783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科研选题生成器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个性化选题推荐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研究方案+实验报告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783080"/>
            <a:ext cx="2743200" cy="2743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1" descr="imgs/ui_05_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810512"/>
            <a:ext cx="2651760" cy="1783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AI科研导师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472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RAG医学知识问答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多轮对话+文献引用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309360" y="1783080"/>
            <a:ext cx="2743200" cy="2743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imgs/ui_06_le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810512"/>
            <a:ext cx="2651760" cy="1783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论文写作辅助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框架生成+章节写作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润色+期刊推荐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5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所有AI功能均需配置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API Key(侧边栏即可完成)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实现功能 · 开发过程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借助DeepSeek跨越技术鸿沟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生成式AI辅助需求分析,架构设计,编码实现,测试迭代,文档生成全过程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743200"/>
            <a:ext cx="6400800" cy="27432"/>
          </a:xfrm>
          <a:prstGeom prst="rect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188720" y="2606040"/>
            <a:ext cx="320040" cy="32004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8872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DeepSeek协助梳理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医学AI教学痛点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与功能需求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2606040"/>
            <a:ext cx="320040" cy="32004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88036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3063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23160" y="33832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AI生成三层架构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U-Net+RAG+LLM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技术栈选型方案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606040"/>
            <a:ext cx="320040" cy="3200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3063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编码实现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33832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DeepSeek辅助编写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3000+行Python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全栈代码调试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2606040"/>
            <a:ext cx="320040" cy="32004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26364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06440" y="3063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测试迭代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06440" y="33832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Bug修复+UI优化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7轮反馈改进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持续打磨细节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55280" y="2606040"/>
            <a:ext cx="320040" cy="32004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95528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3063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文档部署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0" y="33832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AI自动生成手册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 EXE打包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pywebview桌面版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· Streamlit · PyTorch(U-Net) · DeepSeek(LLM) · ChromaDB(RAG) · NetworkX · pywebview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实现功能 · 技术架构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面向教学场景的三层松耦合架构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所有核心能力均封装为独立模块,降低学习成本,便于二次开发和教学演示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680960" cy="868680"/>
          </a:xfrm>
          <a:prstGeom prst="rect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1188720" cy="868680"/>
          </a:xfrm>
          <a:prstGeom prst="rect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85623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Streamlit Web界面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0560" y="185623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深色主题+侧边栏导航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66560" y="185623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实时分析进度+结果切换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2807208"/>
            <a:ext cx="7680960" cy="86868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31520" y="2807208"/>
            <a:ext cx="1188720" cy="86868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1520" y="2807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32644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8803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U-Net血管分割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80560" y="28803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DeepSeek RAG问答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66560" y="28803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LLM选题/论文辅助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831336"/>
            <a:ext cx="7680960" cy="86868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31520" y="3831336"/>
            <a:ext cx="1188720" cy="86868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31520" y="38313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428853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94560" y="390448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SQLite学习行为库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480560" y="390448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ChromaDB向量知识库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766560" y="390448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PyTorch CPU推理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无需GPU · 浏览器即用 · MIT开源 · 完整文档 · 可复现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应用情况 · 应用成效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从理论教学到动手实践的跨越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安装简单,上手快,覆盖全流程,开源可复现 -- 四大维度衡量应用价值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828800" cy="23774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82880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CN" altLang="en-US" sz="16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</a:rPr>
              <a:t>学生满意度</a:t>
            </a:r>
            <a:endParaRPr lang="en-US" altLang="zh-CN" sz="1600" b="1" dirty="0">
              <a:solidFill>
                <a:srgbClr val="0B1D3A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783080"/>
            <a:ext cx="1828800" cy="23774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743200" y="1783080"/>
            <a:ext cx="1828800" cy="54864"/>
          </a:xfrm>
          <a:prstGeom prst="rect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743200" y="19659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6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74320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CN" altLang="en-US" sz="16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</a:rPr>
              <a:t>图像判读提升</a:t>
            </a:r>
            <a:endParaRPr lang="en-US" altLang="zh-CN" sz="1600" b="1" dirty="0">
              <a:solidFill>
                <a:srgbClr val="0B1D3A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4320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783080"/>
            <a:ext cx="1828800" cy="23774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846320" y="1783080"/>
            <a:ext cx="1828800" cy="54864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84632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CN" altLang="en-US" sz="16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</a:rPr>
              <a:t>科研兴趣提升</a:t>
            </a:r>
            <a:endParaRPr lang="en-US" altLang="zh-CN" sz="1600" b="1" dirty="0">
              <a:solidFill>
                <a:srgbClr val="0B1D3A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1783080"/>
            <a:ext cx="1828800" cy="23774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949440" y="1783080"/>
            <a:ext cx="182880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49440" y="19659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94944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CN" altLang="en-US" sz="16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</a:rPr>
              <a:t>教师工作量下降</a:t>
            </a:r>
            <a:endParaRPr lang="en-US" altLang="zh-CN" sz="1600" b="1" dirty="0">
              <a:solidFill>
                <a:srgbClr val="0B1D3A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4944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对软硬件要求低,安装容易;操作简单,使用门槛低 -- </a:t>
            </a:r>
            <a:r>
              <a:rPr lang="en-US" sz="13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创AI评价标准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操作简单易用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应用情况 · 创新与影响力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三个维度,重新定义医学AI教学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7680960" cy="932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多学科交叉融合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latin typeface="Microsoft YaHei" pitchFamily="34" charset="0"/>
                <a:ea typeface="Microsoft YaHei" pitchFamily="34" charset="-122"/>
              </a:rPr>
              <a:t>眼科医学 x 深度学习 x 图论拓扑学 -- U-Net + Frangi + </a:t>
            </a:r>
            <a:r>
              <a:rPr lang="en-US" sz="1100" dirty="0" err="1">
                <a:latin typeface="Microsoft YaHei" pitchFamily="34" charset="0"/>
                <a:ea typeface="Microsoft YaHei" pitchFamily="34" charset="-122"/>
              </a:rPr>
              <a:t>NetworkX协同创新</a:t>
            </a:r>
            <a:endParaRPr lang="en-US" sz="1100" dirty="0"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680960" cy="932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828800" y="2560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AI赋能全流程开发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DeepSeek全程辅助需求&gt;架构&gt;编码&gt;测试&gt;文档,跨越技能限制,体现终身学习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685032"/>
            <a:ext cx="7680960" cy="932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30729" y="3671753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828800" y="3611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零门槛可复现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CPU运行+浏览器即用+EXE桌面版+三份完整文档+MIT开源协议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对标评分: 导向性(40)+实用性(80)+影响力(40)+创新性(10)+完整性(10)=180分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E6F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1520" y="640080"/>
            <a:ext cx="2011680" cy="3200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640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创AI案例征集 · 智能信息系统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22860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E6F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FundusAI-Edu · 眼底图像AI教学与科研辅助平台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案例类别: 智能信息系统  |  申报学段: 高等教育  |  适用: 高职高专/本科/硕士/博士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A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配套资源: 完整代码 + 使用手册 + 安装手册 + 开发记录 + 演示视频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借助生成式人工智能赋能开发,跨越自身专业与技能限制,体现终身学习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MIT开源许可  ·  支持复现验证  ·  2026年6月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680</Words>
  <Application>Microsoft Office PowerPoint</Application>
  <PresentationFormat>全屏显示(16:9)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FundusAI-Edu 创AI案例展示</dc:title>
  <dc:subject>PptxGenJS Presentation</dc:subject>
  <dc:creator>FundusAI-Edu Team</dc:creator>
  <cp:lastModifiedBy>周典</cp:lastModifiedBy>
  <cp:revision>7</cp:revision>
  <dcterms:created xsi:type="dcterms:W3CDTF">2026-06-07T16:03:56Z</dcterms:created>
  <dcterms:modified xsi:type="dcterms:W3CDTF">2026-06-08T09:41:51Z</dcterms:modified>
</cp:coreProperties>
</file>